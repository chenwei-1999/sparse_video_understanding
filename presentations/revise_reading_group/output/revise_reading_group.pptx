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4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E8E0D2">
              <a:alpha val="18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6400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C6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86384" y="1078992"/>
            <a:ext cx="5623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REVISE: Towards Sparse Video Understanding and Reasoning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86384" y="2395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EE7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Reading group framing for long-video QA under sparse evidence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videos contain far more visual evidence than a model can process productively in one pass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paper reframes video QA as iterative evidence gathering instead of dense viewing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6F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design move is to keep a compact summary state while requesting only new, useful frames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12280" y="960120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9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0296" y="1088136"/>
            <a:ext cx="4315968" cy="4434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76872" y="5596128"/>
            <a:ext cx="4242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overview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Paper Matters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444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34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framing for the talk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1847088"/>
            <a:ext cx="3474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opening slide should read like an editorial memo: concise thesis on the left, concrete takeaways on the right.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cards turn the preview bullets into distinct promises for the rest of the deck.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08576" y="1554480"/>
            <a:ext cx="6924751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691640"/>
            <a:ext cx="6558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91456" y="1901952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Long-video QA is mostly a retrieval problem disguised as a context-window problem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08576" y="2990088"/>
            <a:ext cx="6924751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1456" y="3127248"/>
            <a:ext cx="6558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1456" y="3337560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evidence is sparse and depends on the question, so uniform sampling wastes budget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08576" y="4425696"/>
            <a:ext cx="6924751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91456" y="4562856"/>
            <a:ext cx="65589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 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91456" y="4773168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turns frame access into an iterative reasoning loop that can stop early when evidence is sufficient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up the task: what makes long-video question answering hard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REVISE in the landscape of caption pipelines, frame selectors, and agentic methods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ask whether its summary-as-state loop is the right abstraction for sparse video reasoning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Setup: Long-Video Question Answering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is a user question plus a long sequence of video frames spread across time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must recover the answer from temporally distributed evidence, not just local appearance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practice the system also has to respect a fixed visual-context budget, so it cannot inspect everything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Long Videos Break Naive VLM Inference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overload: dense uniform sampling feeds many redundant frames into the model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Key-information awareness: the few decisive moments may occur at different temporal scales and are easy to miss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two failures interact, because wasted context budget makes it even harder to include the frames that matter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Claim Is Semantic Sparsity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 small subset of frames is actually relevant to a given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subset changes with the question, so a fixed sampling policy is structurally mismatched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system should accumulate verified evidence while keeping the active context compact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ummary_as_st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Summary-as-state as compact carryover memory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Benchmarks Stress Different Time Scales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focuses on short-to-medium videos with causal, temporal, and descriptive questions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EgoSchema pushes toward longer egocentric clips where useful evidence is buried in routine activity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VideoEspresso emphasizes sparse core-frame reasoning across diverse fine-grained reasoning categories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NExT-QA · EgoSchema · VideoEspresso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Fails In A One-Shot 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Uniformly sampled frames give broad coverage but weak diagnostic evidence for the actual question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first pass misses the decisive moment, the model has no mechanism to ask for targeted follow-up evidence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is either bloated context or brittle answers built from partial observations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ske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Multi-round example showing targeted follow-up frames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Is Shifting From Dense Viewing To Selective Reasoning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627632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797296" y="1554480"/>
            <a:ext cx="5736031" cy="1874520"/>
          </a:xfrm>
          <a:prstGeom prst="roundRect">
            <a:avLst>
              <a:gd name="adj" fmla="val 3902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0176" y="1691640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EDITORIAL READ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80176" y="1901952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video-VLM systems mostly tried to pack more frames or captions into one inference call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80176" y="2286000"/>
            <a:ext cx="53702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Newer work treats frame access as a bottleneck to manage, not just a larger context to fill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shift creates room for methods that retrieve evidence, reason over it, and decide when to continue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97296" y="3639312"/>
            <a:ext cx="5736031" cy="2395728"/>
          </a:xfrm>
          <a:prstGeom prst="roundRect">
            <a:avLst>
              <a:gd name="adj" fmla="val 3053"/>
            </a:avLst>
          </a:prstGeom>
          <a:solidFill>
            <a:srgbClr val="FCFAF5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0176" y="3776472"/>
            <a:ext cx="53702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SPEAKER CUE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0176" y="3986784"/>
            <a:ext cx="53702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frame the section transition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80176" y="4370832"/>
            <a:ext cx="5370271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 the current limitation with the mechanism REVISE introduces.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right rail compact so the left-side bullets remain the primary reading path.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Useful Taxonomy Of Long-Video QA Methods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Dense video-LLMs trade simplicity for heavy context use and redundancy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Caption or memory pipelines compress the video into text, gaining scale but often losing fine visual detail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Query-aware frame selectors and agentic multi-round systems move closer to question-specific evidence gathering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DENSE VIDEO-LLMS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many frames in one pass with direct visual tokens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Preserve raw visual detail and keep the pipeline simple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Consume context budget quickly and revisit redundant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Shorter videos or tasks where broad visual coverage matters more than targeted retrieval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14600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51760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CAPTION / MEMORY PIPELINES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62072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Compress video into textual descriptions or memory before reasoning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46120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Scale to longer videos by moving reasoning into text space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May discard the fine-grained visual cues needed for the final answer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Narrative or event-level questions that tolerate abstraction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QUERY-AWARE FRAME SELECTORS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or sample likely-relevant frames conditioned on the prompt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Improve efficiency by spending budget on candidate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Often make an early relevance decision without an evolving uncertainty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Settings where one good retrieval pass is often enough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42152" y="4425696"/>
            <a:ext cx="5291176" cy="1746504"/>
          </a:xfrm>
          <a:prstGeom prst="roundRect">
            <a:avLst>
              <a:gd name="adj" fmla="val 4188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5032" y="456285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MULTI-ROUND REASONING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25032" y="477316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Alternate between reasoning, requesting evidence, and deciding when to stop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25032" y="5157216"/>
            <a:ext cx="4925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Strength: Support adaptive follow-up when the first pass is insufficient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Weakness: Need a stable memory representation to avoid history bloat or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Fit: Long-form QA where evidence is sparse and question-specific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 · VideoTree · Q-Frame · FlexibleFrameSelection · ActiveVideoPerception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Caption / Memory Pipelines Compress First, Reason Later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strength is scale: captions or textual memories let an LLM traverse long videos without raw visual overload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Their weakness is fidelity: once the abstraction is textual, subtle visual cues may already be gone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methods are strongest when the question is answerable from high-level event summaries rather than precise frame evidence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axis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representation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Best-case payoff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to prefer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0890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3770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63770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side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63770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summaries, captions, or compressed memory slots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Long-horizon coverage with manageable context cost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compression can hide the exact visual cue the question depends 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 are answerable from semantic summaries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3413" y="2505456"/>
            <a:ext cx="3429914" cy="3602736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6293" y="2642616"/>
            <a:ext cx="306415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FAMILY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86293" y="2852928"/>
            <a:ext cx="30641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side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86293" y="3236976"/>
            <a:ext cx="3064154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frame evidence remains available only indirectly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for coarse event structure and high-level narrative recall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Downstream reasoning cannot recover detail that was never preserved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talk task values scale more than frame-level fidelity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LLoVi · MovieChat · VideoAgent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Query-Aware Frame Selection Improves Efficiency, But Often Stays Single-Pass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methods try to rank or sample frames that are likely to matter for the prompt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reduce wasted compute, but many still make the key decision before enough evidence has been gathered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an explicit evolving state, it is harder to represent what is known, what is missing, and why another frame is needed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improves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Cuts redundant frame processing relative to dense uniform sampling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visual budget explicitly question-aware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paired with strong back-end VLMs without redesigning the whole stack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remains limited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selectors still commit to relevance judgments in effectively one pass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Selection quality depends on weak early signals before ambiguity is resolved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usually lack an explicit state for beliefs, uncertainties, and next-step rationale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VideoTree · Q-Frame · FlexibleFrameSelection · AdaptiveKeyframeSampling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Methods Add Iteration And Tool Use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systems can observe, reflect, and request new evidence instead of committing to a single retrieval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closer to how a human would solve long-video QA: inspect, update the hypothesis, then probe the missing piece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open question is what memory representation keeps those loops stable instead of letting them drift or bloat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agentic loops add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Iterative evidence requests instead of fixed retrieval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natural place for uncertainty-driven follow-up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option to stop early once the answer is sufficiently supported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42152" y="2505456"/>
            <a:ext cx="5291176" cy="3602736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5032" y="2642616"/>
            <a:ext cx="492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25032" y="2852928"/>
            <a:ext cx="4925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memory becomes central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5032" y="3236976"/>
            <a:ext cx="49254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must preserve verified evidence across rounds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history replay is expensive and can amplify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state representation is needed to keep the loop interpretable and stable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VideoAgent · ActiveVideoPerception · AIR · VideoBrain · FrameMind · FrameThinker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1344D"/>
          </a:solidFill>
          <a:ln w="12700">
            <a:solidFill>
              <a:srgbClr val="2134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7215" y="0"/>
            <a:ext cx="1554480" cy="6858000"/>
          </a:xfrm>
          <a:prstGeom prst="rect">
            <a:avLst/>
          </a:prstGeom>
          <a:solidFill>
            <a:srgbClr val="E8E0D2">
              <a:alpha val="52000"/>
            </a:srgbClr>
          </a:solidFill>
          <a:ln w="12700">
            <a:solidFill>
              <a:srgbClr val="E8E0D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316736"/>
            <a:ext cx="10874959" cy="0"/>
          </a:xfrm>
          <a:prstGeom prst="line">
            <a:avLst/>
          </a:prstGeom>
          <a:noFill/>
          <a:ln w="15875">
            <a:solidFill>
              <a:srgbClr val="D6CC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713232"/>
            <a:ext cx="10692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REVISE Fits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58368" y="151790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B867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example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73936"/>
            <a:ext cx="4160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combines direct visual reasoning with multi-round frame requests, so it does not have to collapse everything into captions first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distinctive bet is summary-as-state: carry forward only compact, structured evidence instead of the full visual or conversational history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303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makes the method interesting both as a plug-and-play controller for closed models and as an RL target for open models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11496" y="1554480"/>
            <a:ext cx="6421831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6CCBB"/>
            </a:solidFill>
            <a:prstDash val="solid"/>
          </a:ln>
        </p:spPr>
      </p:sp>
      <p:pic>
        <p:nvPicPr>
          <p:cNvPr id="11" name="Image 0" descr="/home/cxk2993/VideoReasoning/assets/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1682496"/>
            <a:ext cx="6165799" cy="40233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76088" y="5779008"/>
            <a:ext cx="609264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 from landscape to REVISE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6446520"/>
            <a:ext cx="1087495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70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REVISE · VideoAgent · VideoTree · RAGEN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REVISE: Towards Sparse Video Understanding and Reasoning</dc:title>
  <dc:subject>REVISE reading group</dc:subject>
  <dc:creator>Codex</dc:creator>
  <cp:lastModifiedBy>Codex</cp:lastModifiedBy>
  <cp:revision>1</cp:revision>
  <dcterms:created xsi:type="dcterms:W3CDTF">2026-04-20T00:42:08Z</dcterms:created>
  <dcterms:modified xsi:type="dcterms:W3CDTF">2026-04-20T00:42:08Z</dcterms:modified>
</cp:coreProperties>
</file>