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REVISE: Reasoning with Video Sparsity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Roadmap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REVISE Reading Group</dc:title>
  <dc:subject>REVISE reading-group presentation scaffold</dc:subject>
  <dc:creator>Codex</dc:creator>
  <cp:lastModifiedBy>Codex</cp:lastModifiedBy>
  <cp:revision>1</cp:revision>
  <dcterms:created xsi:type="dcterms:W3CDTF">2026-04-20T00:17:24Z</dcterms:created>
  <dcterms:modified xsi:type="dcterms:W3CDTF">2026-04-20T00:17:24Z</dcterms:modified>
</cp:coreProperties>
</file>