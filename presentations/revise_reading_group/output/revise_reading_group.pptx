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34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51215" y="0"/>
            <a:ext cx="3840480" cy="6858000"/>
          </a:xfrm>
          <a:prstGeom prst="rect">
            <a:avLst/>
          </a:prstGeom>
          <a:solidFill>
            <a:srgbClr val="E8E0D2">
              <a:alpha val="18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86384" y="6400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C6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86384" y="1078992"/>
            <a:ext cx="5623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REVISE: Towards Sparse Video Understanding and Reasoning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86384" y="239572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EE7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Reading group framing for long-video QA under sparse evidence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 videos contain far more visual evidence than a model can process productively in one pass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paper reframes video QA as iterative evidence gathering instead of dense viewing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central design move is to keep a compact summary state while requesting only new, useful frames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12280" y="960120"/>
            <a:ext cx="4572000" cy="489204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pic>
        <p:nvPicPr>
          <p:cNvPr id="9" name="Image 0" descr="/home/cxk2993/VideoReasoning/assets/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0296" y="1088136"/>
            <a:ext cx="4315968" cy="44348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976872" y="5596128"/>
            <a:ext cx="42428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REVISE overview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OPENING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Paper Matters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58368" y="1554480"/>
            <a:ext cx="10874959" cy="1395984"/>
          </a:xfrm>
          <a:prstGeom prst="roundRect">
            <a:avLst>
              <a:gd name="adj" fmla="val 5240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691640"/>
            <a:ext cx="1050919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 01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41248" y="1901952"/>
            <a:ext cx="105091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Long-video QA is mostly a retrieval problem disguised as a context-window problem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3115056"/>
            <a:ext cx="10874959" cy="1395984"/>
          </a:xfrm>
          <a:prstGeom prst="roundRect">
            <a:avLst>
              <a:gd name="adj" fmla="val 5240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252216"/>
            <a:ext cx="1050919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 02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41248" y="3462528"/>
            <a:ext cx="105091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Relevant evidence is sparse and depends on the question, so uniform sampling wastes budget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58368" y="4675632"/>
            <a:ext cx="10874959" cy="1395984"/>
          </a:xfrm>
          <a:prstGeom prst="roundRect">
            <a:avLst>
              <a:gd name="adj" fmla="val 5240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812792"/>
            <a:ext cx="1050919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 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1248" y="5023104"/>
            <a:ext cx="105091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REVISE turns frame access into an iterative reasoning loop that can stop early when evidence is sufficient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OPENING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627632"/>
            <a:ext cx="48463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up the task: what makes long-video question answering hard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 REVISE in the landscape of caption pipelines, frame selectors, and agentic methods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Then ask whether its summary-as-state loop is the right abstraction for sparse video reasoning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797296" y="1554480"/>
            <a:ext cx="5736031" cy="1874520"/>
          </a:xfrm>
          <a:prstGeom prst="roundRect">
            <a:avLst>
              <a:gd name="adj" fmla="val 3902"/>
            </a:avLst>
          </a:prstGeom>
          <a:solidFill>
            <a:srgbClr val="FCFAF5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80176" y="1691640"/>
            <a:ext cx="53702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EDITORIAL READ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80176" y="1901952"/>
            <a:ext cx="53702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up the task: what makes long-video question answering hard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80176" y="2286000"/>
            <a:ext cx="53702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 REVISE in the landscape of caption pipelines, frame selectors, and agentic methods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Then ask whether its summary-as-state loop is the right abstraction for sparse video reasoning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797296" y="3639312"/>
            <a:ext cx="5736031" cy="2395728"/>
          </a:xfrm>
          <a:prstGeom prst="roundRect">
            <a:avLst>
              <a:gd name="adj" fmla="val 3053"/>
            </a:avLst>
          </a:prstGeom>
          <a:solidFill>
            <a:srgbClr val="FCFAF5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80176" y="3776472"/>
            <a:ext cx="53702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SPEAKER CUE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80176" y="3986784"/>
            <a:ext cx="53702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to frame the section transition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980176" y="4370832"/>
            <a:ext cx="5370271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Contrast the current limitation with the mechanism REVISE introduces.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right rail compact so the left-side bullets remain the primary reading path.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Task Setup: Long-Video Question Answering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627632"/>
            <a:ext cx="48463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is a user question plus a long sequence of video frames spread across time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 must recover the answer from temporally distributed evidence, not just local appearance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practice the system also has to respect a fixed visual-context budget, so it cannot inspect everything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797296" y="1554480"/>
            <a:ext cx="5736031" cy="1874520"/>
          </a:xfrm>
          <a:prstGeom prst="roundRect">
            <a:avLst>
              <a:gd name="adj" fmla="val 3902"/>
            </a:avLst>
          </a:prstGeom>
          <a:solidFill>
            <a:srgbClr val="FCFAF5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80176" y="1691640"/>
            <a:ext cx="53702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EDITORIAL READ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80176" y="1901952"/>
            <a:ext cx="53702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is a user question plus a long sequence of video frames spread across time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80176" y="2286000"/>
            <a:ext cx="53702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 must recover the answer from temporally distributed evidence, not just local appearance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practice the system also has to respect a fixed visual-context budget, so it cannot inspect everything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797296" y="3639312"/>
            <a:ext cx="5736031" cy="2395728"/>
          </a:xfrm>
          <a:prstGeom prst="roundRect">
            <a:avLst>
              <a:gd name="adj" fmla="val 3053"/>
            </a:avLst>
          </a:prstGeom>
          <a:solidFill>
            <a:srgbClr val="FCFAF5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80176" y="3776472"/>
            <a:ext cx="53702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SPEAKER CUE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80176" y="3986784"/>
            <a:ext cx="53702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to frame the section transition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980176" y="4370832"/>
            <a:ext cx="5370271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Contrast the current limitation with the mechanism REVISE introduces.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right rail compact so the left-side bullets remain the primary reading path.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REVISE · NExT-QA · EgoSchema · VideoEspresso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Long Videos Break Naive VLM Inference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627632"/>
            <a:ext cx="48463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overload: dense uniform sampling feeds many redundant frames into the model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Key-information awareness: the few decisive moments may occur at different temporal scales and are easy to miss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Those two failures interact, because wasted context budget makes it even harder to include the frames that matter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797296" y="1554480"/>
            <a:ext cx="5736031" cy="1874520"/>
          </a:xfrm>
          <a:prstGeom prst="roundRect">
            <a:avLst>
              <a:gd name="adj" fmla="val 3902"/>
            </a:avLst>
          </a:prstGeom>
          <a:solidFill>
            <a:srgbClr val="FCFAF5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80176" y="1691640"/>
            <a:ext cx="53702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EDITORIAL READ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80176" y="1901952"/>
            <a:ext cx="53702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overload: dense uniform sampling feeds many redundant frames into the model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80176" y="2286000"/>
            <a:ext cx="53702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Key-information awareness: the few decisive moments may occur at different temporal scales and are easy to miss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Those two failures interact, because wasted context budget makes it even harder to include the frames that matter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797296" y="3639312"/>
            <a:ext cx="5736031" cy="2395728"/>
          </a:xfrm>
          <a:prstGeom prst="roundRect">
            <a:avLst>
              <a:gd name="adj" fmla="val 3053"/>
            </a:avLst>
          </a:prstGeom>
          <a:solidFill>
            <a:srgbClr val="FCFAF5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80176" y="3776472"/>
            <a:ext cx="53702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SPEAKER CUE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80176" y="3986784"/>
            <a:ext cx="53702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to frame the section transition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980176" y="4370832"/>
            <a:ext cx="5370271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Contrast the current limitation with the mechanism REVISE introduces.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right rail compact so the left-side bullets remain the primary reading path.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REVISE · VideoTree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Core Claim Is Semantic Sparsity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517904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example matters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8368" y="1773936"/>
            <a:ext cx="416052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a small subset of frames is actually relevant to a given question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target subset changes with the question, so a fixed sampling policy is structurally mismatched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good system should accumulate verified evidence while keeping the active context compact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111496" y="1554480"/>
            <a:ext cx="6421831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pic>
        <p:nvPicPr>
          <p:cNvPr id="11" name="Image 0" descr="/home/cxk2993/VideoReasoning/assets/summary_as_sta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39512" y="1682496"/>
            <a:ext cx="6165799" cy="40233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276088" y="5779008"/>
            <a:ext cx="609264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Summary-as-state as compact carryover memory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Benchmarks Stress Different Time Scales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627632"/>
            <a:ext cx="48463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NExT-QA focuses on short-to-medium videos with causal, temporal, and descriptive questions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EgoSchema pushes toward longer egocentric clips where useful evidence is buried in routine activity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VideoEspresso emphasizes sparse core-frame reasoning across diverse fine-grained reasoning categories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797296" y="1554480"/>
            <a:ext cx="5736031" cy="1874520"/>
          </a:xfrm>
          <a:prstGeom prst="roundRect">
            <a:avLst>
              <a:gd name="adj" fmla="val 3902"/>
            </a:avLst>
          </a:prstGeom>
          <a:solidFill>
            <a:srgbClr val="FCFAF5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80176" y="1691640"/>
            <a:ext cx="53702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EDITORIAL READ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80176" y="1901952"/>
            <a:ext cx="53702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NExT-QA focuses on short-to-medium videos with causal, temporal, and descriptive questions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80176" y="2286000"/>
            <a:ext cx="53702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EgoSchema pushes toward longer egocentric clips where useful evidence is buried in routine activity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VideoEspresso emphasizes sparse core-frame reasoning across diverse fine-grained reasoning categories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797296" y="3639312"/>
            <a:ext cx="5736031" cy="2395728"/>
          </a:xfrm>
          <a:prstGeom prst="roundRect">
            <a:avLst>
              <a:gd name="adj" fmla="val 3053"/>
            </a:avLst>
          </a:prstGeom>
          <a:solidFill>
            <a:srgbClr val="FCFAF5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80176" y="3776472"/>
            <a:ext cx="53702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SPEAKER CUE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80176" y="3986784"/>
            <a:ext cx="53702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to frame the section transition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980176" y="4370832"/>
            <a:ext cx="5370271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Contrast the current limitation with the mechanism REVISE introduces.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right rail compact so the left-side bullets remain the primary reading path.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NExT-QA · EgoSchema · VideoEspresso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Fails In A One-Shot Pass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517904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example matters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8368" y="1773936"/>
            <a:ext cx="416052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Uniformly sampled frames give broad coverage but weak diagnostic evidence for the actual question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the first pass misses the decisive moment, the model has no mechanism to ask for targeted follow-up evidence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result is either bloated context or brittle answers built from partial observations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111496" y="1554480"/>
            <a:ext cx="6421831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pic>
        <p:nvPicPr>
          <p:cNvPr id="11" name="Image 0" descr="/home/cxk2993/VideoReasoning/assets/sket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39512" y="1682496"/>
            <a:ext cx="6165799" cy="40233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276088" y="5779008"/>
            <a:ext cx="609264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Multi-round example showing targeted follow-up frames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REVISE · VideoAgent · VideoTree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Field Is Shifting From Dense Viewing To Selective Reasoning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627632"/>
            <a:ext cx="48463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Early video-VLM systems mostly tried to pack more frames or captions into one inference call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Newer work treats frame access as a bottleneck to manage, not just a larger context to fill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That shift creates room for methods that retrieve evidence, reason over it, and decide when to continue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797296" y="1554480"/>
            <a:ext cx="5736031" cy="1874520"/>
          </a:xfrm>
          <a:prstGeom prst="roundRect">
            <a:avLst>
              <a:gd name="adj" fmla="val 3902"/>
            </a:avLst>
          </a:prstGeom>
          <a:solidFill>
            <a:srgbClr val="FCFAF5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80176" y="1691640"/>
            <a:ext cx="53702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EDITORIAL READ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80176" y="1901952"/>
            <a:ext cx="53702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Early video-VLM systems mostly tried to pack more frames or captions into one inference call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80176" y="2286000"/>
            <a:ext cx="53702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Newer work treats frame access as a bottleneck to manage, not just a larger context to fill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That shift creates room for methods that retrieve evidence, reason over it, and decide when to continue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797296" y="3639312"/>
            <a:ext cx="5736031" cy="2395728"/>
          </a:xfrm>
          <a:prstGeom prst="roundRect">
            <a:avLst>
              <a:gd name="adj" fmla="val 3053"/>
            </a:avLst>
          </a:prstGeom>
          <a:solidFill>
            <a:srgbClr val="FCFAF5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80176" y="3776472"/>
            <a:ext cx="53702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SPEAKER CUE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80176" y="3986784"/>
            <a:ext cx="53702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to frame the section transition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980176" y="4370832"/>
            <a:ext cx="5370271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Contrast the current limitation with the mechanism REVISE introduces.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right rail compact so the left-side bullets remain the primary reading path.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LLoVi · MovieChat · VideoAgent · VideoTree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Useful Taxonomy Of Long-Video QA Methods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517904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Dense video-LLMs trade simplicity for heavy context use and redundancy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Caption or memory pipelines compress the video into text, gaining scale but often losing fine visual detail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Query-aware frame selectors and agentic multi-round systems move closer to question-specific evidence gathering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2514600"/>
            <a:ext cx="5291176" cy="1746504"/>
          </a:xfrm>
          <a:prstGeom prst="roundRect">
            <a:avLst>
              <a:gd name="adj" fmla="val 4188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2651760"/>
            <a:ext cx="492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DENSE VIDEO-LLMS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41248" y="2862072"/>
            <a:ext cx="4925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 many frames in one pass with direct visual tokens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3246120"/>
            <a:ext cx="492541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Strength: Preserve raw visual detail and keep the pipeline simple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Weakness: Consume context budget quickly and revisit redundant evidence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Fit: Shorter videos or tasks where broad visual coverage matters more than targeted retrieval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42152" y="2514600"/>
            <a:ext cx="5291176" cy="1746504"/>
          </a:xfrm>
          <a:prstGeom prst="roundRect">
            <a:avLst>
              <a:gd name="adj" fmla="val 4188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25032" y="2651760"/>
            <a:ext cx="492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CAPTION / MEMORY PIPELINES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25032" y="2862072"/>
            <a:ext cx="4925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Compress video into textual descriptions or memory before reasoning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25032" y="3246120"/>
            <a:ext cx="492541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Strength: Scale to longer videos by moving reasoning into text space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Weakness: May discard the fine-grained visual cues needed for the final answer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Fit: Narrative or event-level questions that tolerate abstraction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58368" y="4425696"/>
            <a:ext cx="5291176" cy="1746504"/>
          </a:xfrm>
          <a:prstGeom prst="roundRect">
            <a:avLst>
              <a:gd name="adj" fmla="val 4188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4562856"/>
            <a:ext cx="492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QUERY-AWARE FRAME SELECTORS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41248" y="4773168"/>
            <a:ext cx="4925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 or sample likely-relevant frames conditioned on the prompt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41248" y="5157216"/>
            <a:ext cx="492541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Strength: Improve efficiency by spending budget on candidate evidence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Weakness: Often make an early relevance decision without an evolving uncertainty state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Fit: Settings where one good retrieval pass is often enough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42152" y="4425696"/>
            <a:ext cx="5291176" cy="1746504"/>
          </a:xfrm>
          <a:prstGeom prst="roundRect">
            <a:avLst>
              <a:gd name="adj" fmla="val 4188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25032" y="4562856"/>
            <a:ext cx="492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MULTI-ROUND REASONING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25032" y="4773168"/>
            <a:ext cx="4925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Alternate between reasoning, requesting evidence, and deciding when to stop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25032" y="5157216"/>
            <a:ext cx="492541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Strength: Support adaptive follow-up when the first pass is insufficient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Weakness: Need a stable memory representation to avoid history bloat or drift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Fit: Long-form QA where evidence is sparse and question-specific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LLoVi · MovieChat · VideoAgent · VideoTree · Q-Frame · FlexibleFrameSelection · ActiveVideoPerception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Caption / Memory Pipelines Compress First, Reason Later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517904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Their strength is scale: captions or textual memories let an LLM traverse long videos without raw visual overload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Their weakness is fidelity: once the abstraction is textual, subtle visual cues may already be gone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methods are strongest when the question is answerable from high-level event summaries rather than precise frame evidence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2505456"/>
            <a:ext cx="3429914" cy="3602736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2642616"/>
            <a:ext cx="306415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ASPECT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41248" y="2852928"/>
            <a:ext cx="30641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Aspect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3236976"/>
            <a:ext cx="3064154" cy="2734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representation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Best-case payoff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Failure mode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to prefer it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380890" y="2505456"/>
            <a:ext cx="3429914" cy="3602736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63770" y="2642616"/>
            <a:ext cx="306415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FAMILY A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63770" y="2852928"/>
            <a:ext cx="30641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Family 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63770" y="3236976"/>
            <a:ext cx="3064154" cy="2734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summaries, captions, or compressed memory slots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Long-horizon coverage with manageable context cost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Early compression can hide the exact visual cue the question depends 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Questions are answerable from semantic summaries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03413" y="2505456"/>
            <a:ext cx="3429914" cy="3602736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86293" y="2642616"/>
            <a:ext cx="306415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FAMILY 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86293" y="2852928"/>
            <a:ext cx="30641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Family B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86293" y="3236976"/>
            <a:ext cx="3064154" cy="2734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Direct frame evidence remains available only indirectly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 for coarse event structure and high-level narrative recall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Downstream reasoning cannot recover detail that was never preserved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talk task values scale more than frame-level fidelity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LLoVi · MovieChat · VideoAgent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Query-Aware Frame Selection Improves Efficiency, But Often Stays Single-Pass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517904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Selection methods try to rank or sample frames that are likely to matter for the prompt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They reduce wasted compute, but many still make the key decision before enough evidence has been gathered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Without an explicit evolving state, it is harder to represent what is known, what is missing, and why another frame is needed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2505456"/>
            <a:ext cx="5291176" cy="3602736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2642616"/>
            <a:ext cx="492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41248" y="2852928"/>
            <a:ext cx="4925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improves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3236976"/>
            <a:ext cx="4925416" cy="2734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Cuts redundant frame processing relative to dense uniform sampling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Makes visual budget explicitly question-aware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be paired with strong back-end VLMs without redesigning the whole stack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42152" y="2505456"/>
            <a:ext cx="5291176" cy="3602736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25032" y="2642616"/>
            <a:ext cx="492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25032" y="2852928"/>
            <a:ext cx="4925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remains limited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25032" y="3236976"/>
            <a:ext cx="4925416" cy="2734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Many selectors still commit to relevance judgments in effectively one pass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Selection quality depends on weak early signals before ambiguity is resolved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They usually lack an explicit state for beliefs, uncertainties, and next-step rationale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VideoTree · Q-Frame · FlexibleFrameSelection · AdaptiveKeyframeSampling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Agentic Methods Add Iteration And Tool Use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517904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Agentic systems can observe, reflect, and request new evidence instead of committing to a single retrieval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closer to how a human would solve long-video QA: inspect, update the hypothesis, then probe the missing piece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open question is what memory representation keeps those loops stable instead of letting them drift or bloat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2505456"/>
            <a:ext cx="5291176" cy="3602736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2642616"/>
            <a:ext cx="492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41248" y="2852928"/>
            <a:ext cx="4925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agentic loops add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3236976"/>
            <a:ext cx="4925416" cy="2734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Iterative evidence requests instead of fixed retrieval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natural place for uncertainty-driven follow-up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option to stop early once the answer is sufficiently supported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42152" y="2505456"/>
            <a:ext cx="5291176" cy="3602736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25032" y="2642616"/>
            <a:ext cx="492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25032" y="2852928"/>
            <a:ext cx="4925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memory becomes central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25032" y="3236976"/>
            <a:ext cx="4925416" cy="2734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must preserve verified evidence across rounds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history replay is expensive and can amplify drift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compact state representation is needed to keep the loop interpretable and stable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VideoAgent · ActiveVideoPerception · AIR · VideoBrain · FrameMind · FrameThinker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REVISE Fits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517904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example matters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8368" y="1773936"/>
            <a:ext cx="416052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REVISE combines direct visual reasoning with multi-round frame requests, so it does not have to collapse everything into captions first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 distinctive bet is summary-as-state: carry forward only compact, structured evidence instead of the full visual or conversational history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That makes the method interesting both as a plug-and-play controller for closed models and as an RL target for open models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111496" y="1554480"/>
            <a:ext cx="6421831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pic>
        <p:nvPicPr>
          <p:cNvPr id="11" name="Image 0" descr="/home/cxk2993/VideoReasoning/assets/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39512" y="1682496"/>
            <a:ext cx="6165799" cy="40233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276088" y="5779008"/>
            <a:ext cx="609264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 from landscape to REVISE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REVISE · VideoAgent · VideoTree · RAGEN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REVISE: Towards Sparse Video Understanding and Reasoning</dc:title>
  <dc:subject>REVISE reading group</dc:subject>
  <dc:creator>Codex</dc:creator>
  <cp:lastModifiedBy>Codex</cp:lastModifiedBy>
  <cp:revision>1</cp:revision>
  <dcterms:created xsi:type="dcterms:W3CDTF">2026-04-20T00:49:10Z</dcterms:created>
  <dcterms:modified xsi:type="dcterms:W3CDTF">2026-04-20T00:49:10Z</dcterms:modified>
</cp:coreProperties>
</file>