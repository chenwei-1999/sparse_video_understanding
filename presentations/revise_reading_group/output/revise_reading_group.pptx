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51215" y="0"/>
            <a:ext cx="3840480" cy="6858000"/>
          </a:xfrm>
          <a:prstGeom prst="rect">
            <a:avLst/>
          </a:prstGeom>
          <a:solidFill>
            <a:srgbClr val="E8E0D2">
              <a:alpha val="18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6400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C6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86384" y="1078992"/>
            <a:ext cx="5623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REVISE: Towards Sparse Video Understanding and Reasoning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395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EE7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group framing for long-video QA under sparse evidence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videos contain far more visual evidence than a model can process productively in one pass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paper reframes video QA as iterative evidence gathering instead of dense viewing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central design move is to keep a compact summary state while requesting only new, useful frames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12280" y="960120"/>
            <a:ext cx="4572000" cy="48920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9" name="Image 0" descr="/home/cxk2993/VideoReasoning/assets/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0296" y="1088136"/>
            <a:ext cx="4315968" cy="4434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976872" y="5596128"/>
            <a:ext cx="4242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overview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Paper Matters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58368" y="1554480"/>
            <a:ext cx="10874959" cy="1395984"/>
          </a:xfrm>
          <a:prstGeom prst="roundRect">
            <a:avLst>
              <a:gd name="adj" fmla="val 524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691640"/>
            <a:ext cx="1050919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41248" y="1901952"/>
            <a:ext cx="10509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Long-video QA is mostly a retrieval problem disguised as a context-window problem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3115056"/>
            <a:ext cx="10874959" cy="1395984"/>
          </a:xfrm>
          <a:prstGeom prst="roundRect">
            <a:avLst>
              <a:gd name="adj" fmla="val 524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252216"/>
            <a:ext cx="1050919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462528"/>
            <a:ext cx="10509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evidence is sparse and depends on the question, so uniform sampling wastes budget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58368" y="4675632"/>
            <a:ext cx="10874959" cy="1395984"/>
          </a:xfrm>
          <a:prstGeom prst="roundRect">
            <a:avLst>
              <a:gd name="adj" fmla="val 524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812792"/>
            <a:ext cx="1050919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5023104"/>
            <a:ext cx="105091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turns frame access into an iterative reasoning loop that can stop early when evidence is sufficient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the task: what makes long-video question answering hard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REVISE in the landscape of caption pipelines, frame selectors, and agentic methods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ask whether its summary-as-state loop is the right abstraction for sparse video reasoning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the task: what makes long-video question answering hard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REVISE in the landscape of caption pipelines, frame selectors, and agentic methods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ask whether its summary-as-state loop is the right abstraction for sparse video reasoning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Setup: Long-Video Question Answering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is a user question plus a long sequence of video frames spread across time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recover the answer from temporally distributed evidence, not just local appearance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practice the system also has to respect a fixed visual-context budget, so it cannot inspect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is a user question plus a long sequence of video frames spread across time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recover the answer from temporally distributed evidence, not just local appearance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practice the system also has to respect a fixed visual-context budget, so it cannot inspect everything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NExT-QA · EgoSchema · VideoEspresso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Long Videos Break Naive VLM Inference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overload: dense uniform sampling feeds many redundant frames into the model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Key-information awareness: the few decisive moments may occur at different temporal scales and are easy to miss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two failures interact, because wasted context budget makes it even harder to include the frames that matter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overload: dense uniform sampling feeds many redundant frames into the model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Key-information awareness: the few decisive moments may occur at different temporal scales and are easy to miss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two failures interact, because wasted context budget makes it even harder to include the frames that matter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Claim Is Semantic Sparsity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small subset of frames is actually relevant to a given question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subset changes with the question, so a fixed sampling policy is structurally mismatched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system should accumulate verified evidence while keeping the active context compact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summary_as_st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Summary-as-state as compact carryover memory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Benchmarks Stress Different Time Scales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focuses on short-to-medium videos with causal, temporal, and descriptive questions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EgoSchema pushes toward longer egocentric clips where useful evidence is buried in routine activity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VideoEspresso emphasizes sparse core-frame reasoning across diverse fine-grained reasoning categories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focuses on short-to-medium videos with causal, temporal, and descriptive questions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EgoSchema pushes toward longer egocentric clips where useful evidence is buried in routine activity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VideoEspresso emphasizes sparse core-frame reasoning across diverse fine-grained reasoning categories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· EgoSchema · VideoEspresso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Fails In A One-Shot Pass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Uniformly sampled frames give broad coverage but weak diagnostic evidence for the actual question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first pass misses the decisive moment, the model has no mechanism to ask for targeted follow-up evidence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either bloated context or brittle answers built from partial observations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ske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Multi-round example showing targeted follow-up frames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VideoAgent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Is Shifting From Dense Viewing To Selective Reasoning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video-VLM systems mostly tried to pack more frames or captions into one inference call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Newer work treats frame access as a bottleneck to manage, not just a larger context to fill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shift creates room for methods that retrieve evidence, reason over it, and decide when to continue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video-VLM systems mostly tried to pack more frames or captions into one inference call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Newer work treats frame access as a bottleneck to manage, not just a larger context to fill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shift creates room for methods that retrieve evidence, reason over it, and decide when to continue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Useful Taxonomy Of Long-Video QA Methods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Dense video-LLMs trade simplicity for heavy context use and redundancy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Caption or memory pipelines compress the video into text, gaining scale but often losing fine visual detail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Query-aware frame selectors and agentic multi-round systems move closer to question-specific evidence gathering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51760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DENSE VIDEO-LLMS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62072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many frames in one pass with direct visual tokens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46120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Preserve raw visual detail and keep the pipeline simple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Consume context budget quickly and revisit redundant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Shorter videos or tasks where broad visual coverage matters more than targeted retrieval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14600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51760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CAPTION / MEMORY PIPELINES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62072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Compress video into textual descriptions or memory before reasoning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46120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Scale to longer videos by moving reasoning into text space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May discard the fine-grained visual cues needed for the final answer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Narrative or event-level questions that tolerate abstraction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4425696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6285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QUERY-AWARE FRAME SELECTORS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" y="477316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or sample likely-relevant frames conditioned on the 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5157216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Improve efficiency by spending budget on candidate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Often make an early relevance decision without an evolving uncertainty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Settings where one good retrieval pass is often enough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42152" y="4425696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5032" y="456285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MULTI-ROUND REASONING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25032" y="477316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Alternate between reasoning, requesting evidence, and deciding when to stop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25032" y="5157216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Support adaptive follow-up when the first pass is insufficient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Need a stable memory representation to avoid history bloat or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Long-form QA where evidence is sparse and question-specific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 · VideoTree · Q-Frame · FlexibleFrameSelection · ActiveVideoPerception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Caption / Memory Pipelines Compress First, Reason Later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strength is scale: captions or textual memories let an LLM traverse long videos without raw visual overload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weakness is fidelity: once the abstraction is textual, subtle visual cues may already be gone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methods are strongest when the question is answerable from high-level event summaries rather than precise frame evidence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Aspect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representation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Best-case payoff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to prefer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0890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3770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FAMILY 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63770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 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63770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summaries, captions, or compressed memory slots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Long-horizon coverage with manageable context cost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compression can hide the exact visual cue the question depends 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 are answerable from semantic summaries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3413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6293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FAMILY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86293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 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86293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frame evidence remains available only indirectly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for coarse event structure and high-level narrative recall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Downstream reasoning cannot recover detail that was never preserved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talk task values scale more than frame-level fidelity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Query-Aware Frame Selection Improves Efficiency, But Often Stays Single-Pass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methods try to rank or sample frames that are likely to matter for the 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reduce wasted compute, but many still make the key decision before enough evidence has been gathered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an explicit evolving state, it is harder to represent what is known, what is missing, and why another frame is needed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improves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Cuts redundant frame processing relative to dense uniform sampling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visual budget explicitly question-aware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paired with strong back-end VLMs without redesigning the whole stack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remains limited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selectors still commit to relevance judgments in effectively one pass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quality depends on weak early signals before ambiguity is resolved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usually lack an explicit state for beliefs, uncertainties, and next-step rationale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VideoTree · Q-Frame · FlexibleFrameSelection · AdaptiveKeyframeSampling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Methods Add Iteration And Tool Use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Agentic systems can observe, reflect, and request new evidence instead of committing to a single retrieval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closer to how a human would solve long-video QA: inspect, update the hypothesis, then probe the missing piece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open question is what memory representation keeps those loops stable instead of letting them drift or bloat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agentic loops add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Iterative evidence requests instead of fixed retrieval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natural place for uncertainty-driven follow-up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option to stop early once the answer is sufficiently supported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memory becomes central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must preserve verified evidence across rounds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history replay is expensive and can amplify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 state representation is needed to keep the loop interpretable and stable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VideoAgent · ActiveVideoPerception · AIR · VideoBrain · FrameMind · FrameThinker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REVISE Fits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combines direct visual reasoning with multi-round frame requests, so it does not have to collapse everything into captions first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distinctive bet is summary-as-state: carry forward only compact, structured evidence instead of the full visual or conversational history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makes the method interesting both as a plug-and-play controller for closed models and as an RL target for open models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 from landscape to REVISE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VideoAgent · VideoTree · RAGEN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REVISE: Towards Sparse Video Understanding and Reasoning</dc:title>
  <dc:subject>REVISE reading group</dc:subject>
  <dc:creator>Codex</dc:creator>
  <cp:lastModifiedBy>Codex</cp:lastModifiedBy>
  <cp:revision>1</cp:revision>
  <dcterms:created xsi:type="dcterms:W3CDTF">2026-04-20T00:47:39Z</dcterms:created>
  <dcterms:modified xsi:type="dcterms:W3CDTF">2026-04-20T00:47:39Z</dcterms:modified>
</cp:coreProperties>
</file>