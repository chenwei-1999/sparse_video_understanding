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goals of the workspace.
Mention that the first task is to establish a stable editing and rendering scaffold.Slide 1 generated from slide_data.js.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to explain how the repository is organized.
Emphasize that the generator is intentionally small so later tasks can extend it safely.Slide 2 generated from slide_data.js.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234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B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REVISE Reading Group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783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68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PPTX scaffold for slides, notes, and citations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2377440"/>
            <a:ext cx="3657600" cy="73152"/>
          </a:xfrm>
          <a:prstGeom prst="rect">
            <a:avLst/>
          </a:prstGeom>
          <a:solidFill>
            <a:srgbClr val="8A5CF6"/>
          </a:solidFill>
          <a:ln w="12700">
            <a:solidFill>
              <a:srgbClr val="8A5CF6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Presenter: TBD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30358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8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2026-04-20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B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Workspace scaffold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1325880"/>
            <a:ext cx="10058400" cy="4297680"/>
          </a:xfrm>
          <a:prstGeom prst="roundRect">
            <a:avLst>
              <a:gd name="adj" fmla="val 2553"/>
            </a:avLst>
          </a:prstGeom>
          <a:solidFill>
            <a:srgbClr val="FFFDF9"/>
          </a:solidFill>
          <a:ln w="12700">
            <a:solidFill>
              <a:srgbClr val="D8D2C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63040"/>
            <a:ext cx="101498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D2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content lives in slide_data.js.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D2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Presentation styling lives in theme.js.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D2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tracking, notes, and citations are kept in separate markdown files.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635508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8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Workspace scaffold slide for future content expansion.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REVISE Reading Group</dc:title>
  <dc:subject>REVISE reading-group presentation scaffold</dc:subject>
  <dc:creator>Codex</dc:creator>
  <cp:lastModifiedBy>Codex</cp:lastModifiedBy>
  <cp:revision>1</cp:revision>
  <dcterms:created xsi:type="dcterms:W3CDTF">2026-04-20T00:11:37Z</dcterms:created>
  <dcterms:modified xsi:type="dcterms:W3CDTF">2026-04-20T00:11:37Z</dcterms:modified>
</cp:coreProperties>
</file>